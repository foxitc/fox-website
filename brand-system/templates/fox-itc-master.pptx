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FB47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21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Email &amp; M365</c:v>
                  </c:pt>
                  <c:pt idx="1">
                    <c:v>Devices</c:v>
                  </c:pt>
                  <c:pt idx="2">
                    <c:v>Connectivity</c:v>
                  </c:pt>
                  <c:pt idx="3">
                    <c:v>Security</c:v>
                  </c:pt>
                  <c:pt idx="4">
                    <c:v>Other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27</c:v>
                </c:pt>
                <c:pt idx="2">
                  <c:v>18</c:v>
                </c:pt>
                <c:pt idx="3">
                  <c:v>12</c:v>
                </c:pt>
                <c:pt idx="4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521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layout: title left, oversized arc crop right. Replace title only with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edit section names to match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note the opposite arc orientation vs the 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Problem/solution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Services overview — cards link to the existing service pages on the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to freight/logistics or another sector by editing the cards; link to existing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Process/timeline.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slide — native editable chart, sample data labelled as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Case-study layout stays as a placeholder until a verified story is supplied.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— real staff photos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tiers — figures pulled from the Fox 360 /api/tiers/public source, never typed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Closing/contact with primary 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_COVER">
    <p:bg>
      <p:bgPr>
        <a:solidFill>
          <a:srgbClr val="15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Fox-Website/brand-system/assets/fox-arcs-white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7406640" y="-1005840"/>
            <a:ext cx="6583680" cy="6583680"/>
          </a:xfrm>
          <a:prstGeom prst="rect">
            <a:avLst/>
          </a:prstGeom>
        </p:spPr>
      </p:pic>
      <p:pic>
        <p:nvPicPr>
          <p:cNvPr id="3" name="Image 1" descr="/home/user/Fox-Website/brand-system/assets/fox-arcs-orange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9052560" y="64008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_SECTION">
    <p:bg>
      <p:bgPr>
        <a:solidFill>
          <a:srgbClr val="15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Fox-Website/brand-system/assets/fox-arcs-orange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rot="10800000">
            <a:off x="-1463040" y="1005840"/>
            <a:ext cx="5486400" cy="5486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8A0"/>
                </a:solidFill>
                <a:latin typeface="Geist"/>
                <a:ea typeface="Geist"/>
                <a:cs typeface="Geist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Fox-Website/brand-system/assets/fox-arcs-orange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11064240" y="-45720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Fox ITC  ·  foxitc.co.uk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Geist"/>
                <a:ea typeface="Geist"/>
                <a:cs typeface="Geist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_CLOSING">
    <p:bg>
      <p:bgPr>
        <a:solidFill>
          <a:srgbClr val="15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Fox-Website/brand-system/assets/fox-arcs-orange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778240" y="2194560"/>
            <a:ext cx="4754880" cy="47548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8A0"/>
                </a:solidFill>
                <a:latin typeface="Geist"/>
                <a:ea typeface="Geist"/>
                <a:cs typeface="Geist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Fox-Website/brand-system/assets/fox-arcs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4754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Fox ITC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B47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MANAGED IT &amp; CYBER SECURITY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68880"/>
            <a:ext cx="7498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 that </a:t>
            </a:r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B47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just works.</a:t>
            </a:r>
            <a:pPr indent="0" marL="0">
              <a:lnSpc>
                <a:spcPct val="100000"/>
              </a:lnSpc>
              <a:buNone/>
            </a:pP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People who actually care.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47548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AD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straight-talking UK team for managed IT, cyber security and Microsoft 365.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6126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foxitc.co.uk  ·  0330 058 1877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Agenda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57784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7335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DE7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73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47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37160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Who we are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557784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0" y="167335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DE7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0" y="1673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47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137160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we help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557784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13639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DE7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47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283464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Services overview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0" y="2834640"/>
            <a:ext cx="557784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75120" y="313639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DE7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0" y="3136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47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283464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Your sector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557784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59943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DE7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599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47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9768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we work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0" y="4297680"/>
            <a:ext cx="557784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75120" y="459943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DE7E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75120" y="4599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47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429768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Geist"/>
                <a:ea typeface="Geist"/>
                <a:cs typeface="Geist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B47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7432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we help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CAD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services behind every ticket, project and call.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8A0"/>
                </a:solidFill>
                <a:latin typeface="Geist"/>
                <a:ea typeface="Geist"/>
                <a:cs typeface="Geist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problem, and how we fix 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577840" cy="4480560"/>
          </a:xfrm>
          <a:prstGeom prst="roundRect">
            <a:avLst>
              <a:gd name="adj" fmla="val 2857"/>
            </a:avLst>
          </a:prstGeom>
          <a:solidFill>
            <a:srgbClr val="F7F8FA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4B5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•  Slow, reactive IT that only shows up when something breaks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4B5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•  Security bolted on as an afterthought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8404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4B5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•  A call-centre runaround with no single owner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7091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4B5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•  Surprise bills and unclear pricing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949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2940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47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FOX WAY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1031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•  Proactive managed IT with fast UK support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9718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•  Security-first, ISO 27001 as the benchmark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8404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•  One point of contact who knows your setup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4709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•  One clear per-user price — easy to budget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Geist"/>
                <a:ea typeface="Geist"/>
                <a:cs typeface="Geist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partner for all your 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56616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733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DE7E0"/>
          </a:solidFill>
          <a:ln/>
        </p:spPr>
      </p:sp>
      <p:pic>
        <p:nvPicPr>
          <p:cNvPr id="5" name="Image 0" descr="/home/user/Fox-Website/brand-system/assets/fox-arcs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Managed IT Support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157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Your IT department — fast response, plain English.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70248" y="1417320"/>
            <a:ext cx="356616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44568" y="16733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DE7E0"/>
          </a:solidFill>
          <a:ln/>
        </p:spPr>
      </p:sp>
      <p:pic>
        <p:nvPicPr>
          <p:cNvPr id="10" name="Image 1" descr="/home/user/Fox-Website/brand-system/assets/fox-arcs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17373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44568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Cyber Security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44568" y="27157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Protected, certified, trained — before something goes wrong.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083296" y="1417320"/>
            <a:ext cx="356616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57616" y="16733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DE7E0"/>
          </a:solidFill>
          <a:ln/>
        </p:spPr>
      </p:sp>
      <p:pic>
        <p:nvPicPr>
          <p:cNvPr id="15" name="Image 2" descr="/home/user/Fox-Website/brand-system/assets/fox-arcs-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17373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57616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Services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357616" y="27157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readiness, Copilot, automation &amp; small app builds.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3703320"/>
            <a:ext cx="356616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1520" y="39593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DE7E0"/>
          </a:solidFill>
          <a:ln/>
        </p:spPr>
      </p:sp>
      <p:pic>
        <p:nvPicPr>
          <p:cNvPr id="20" name="Image 3" descr="/home/user/Fox-Website/brand-system/assets/fox-arcs-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0233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Microsoft 365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50017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Licensing, compliance, SharePoint, Teams — handled.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270248" y="3703320"/>
            <a:ext cx="356616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44568" y="39593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DE7E0"/>
          </a:solidFill>
          <a:ln/>
        </p:spPr>
      </p:sp>
      <p:pic>
        <p:nvPicPr>
          <p:cNvPr id="25" name="Image 4" descr="/home/user/Fox-Website/brand-system/assets/fox-arcs-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402336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44568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Connectivity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544568" y="50017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Leased lines and broadband to keep every site online.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083296" y="3703320"/>
            <a:ext cx="356616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57616" y="39593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DE7E0"/>
          </a:solidFill>
          <a:ln/>
        </p:spPr>
      </p:sp>
      <p:pic>
        <p:nvPicPr>
          <p:cNvPr id="30" name="Image 5" descr="/home/user/Fox-Website/brand-system/assets/fox-arcs-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402336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57616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Mobile &amp; WiFi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357616" y="50017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Business mobile and surveyed enterprise WiFi.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Geist"/>
                <a:ea typeface="Geist"/>
                <a:cs typeface="Geist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B47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SECTOR EXAMPLE · HOSPITALITY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Built around how your venue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47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Guest Wi-Fi that stays up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0428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Separate, secure, surveyed for full coverage.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4864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1847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EPOS &amp; payments uptime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0428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 managed support when tills go down.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54864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35844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site online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416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Business connectivity across all locations.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383280"/>
            <a:ext cx="54864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37960" y="35844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Card data protected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0416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Security-first, ISO 27001 benchmark.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Geist"/>
                <a:ea typeface="Geist"/>
                <a:cs typeface="Geist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we get started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B471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Free review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3200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relaxed 15-minute conversation.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240280"/>
            <a:ext cx="1874520" cy="0"/>
          </a:xfrm>
          <a:prstGeom prst="line">
            <a:avLst/>
          </a:prstGeom>
          <a:noFill/>
          <a:ln w="25400">
            <a:solidFill>
              <a:srgbClr val="E6E8E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355848" y="18288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B471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55848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264408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Discovery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264408" y="3200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 learn your setup and priorities.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70248" y="2240280"/>
            <a:ext cx="1874520" cy="0"/>
          </a:xfrm>
          <a:prstGeom prst="line">
            <a:avLst/>
          </a:prstGeom>
          <a:noFill/>
          <a:ln w="25400">
            <a:solidFill>
              <a:srgbClr val="E6E8E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254496" y="18288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B471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54496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163056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163056" y="3200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clear, costed roadmap — no jargon.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68896" y="2240280"/>
            <a:ext cx="1874520" cy="0"/>
          </a:xfrm>
          <a:prstGeom prst="line">
            <a:avLst/>
          </a:prstGeom>
          <a:noFill/>
          <a:ln w="25400">
            <a:solidFill>
              <a:srgbClr val="E6E8EC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153144" y="18288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B471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53144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061704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Onboard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061704" y="3200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 take it on and keep it simple.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Geist"/>
                <a:ea typeface="Geist"/>
                <a:cs typeface="Geist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Where the time goes (example)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Illustrative only — replace with the client's real figures before use.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45920"/>
            <a:ext cx="3931920" cy="4206240"/>
          </a:xfrm>
          <a:prstGeom prst="roundRect">
            <a:avLst>
              <a:gd name="adj" fmla="val 3256"/>
            </a:avLst>
          </a:prstGeom>
          <a:solidFill>
            <a:srgbClr val="F7F8FA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4672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Reading this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3774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B5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Most support demand clusters in a few areas. We target those first to cut noise and risk — then measure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Geist"/>
                <a:ea typeface="Geist"/>
                <a:cs typeface="Geist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B47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[ Client name — add a verified story here ]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247120" cy="4023360"/>
          </a:xfrm>
          <a:prstGeom prst="roundRect">
            <a:avLst>
              <a:gd name="adj" fmla="val 3182"/>
            </a:avLst>
          </a:prstGeom>
          <a:solidFill>
            <a:srgbClr val="F7F8FA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 Add a real, approved customer quote. Do not publish invented quotes, logos or results. ”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Name, Role — Company  ·  (pending verification)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B5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Challenge → [ add verified detail 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B5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Solution → [ add verified detail 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B5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Result → [ add verified detail 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Geist"/>
                <a:ea typeface="Geist"/>
                <a:cs typeface="Geist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team behind your 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People buy from people — a friendly UK team that knows your setup.</a:t>
            </a:r>
            <a:endParaRPr lang="en-US" sz="1500" dirty="0"/>
          </a:p>
        </p:txBody>
      </p:sp>
      <p:pic>
        <p:nvPicPr>
          <p:cNvPr id="4" name="Image 0" descr="/home/user/Fox-Website/frontend/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920240"/>
            <a:ext cx="1737360" cy="1737360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Ian Mackness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Founder</a:t>
            </a:r>
            <a:endParaRPr lang="en-US" sz="1300" dirty="0"/>
          </a:p>
        </p:txBody>
      </p:sp>
      <p:pic>
        <p:nvPicPr>
          <p:cNvPr id="7" name="Image 1" descr="/home/user/Fox-Website/frontend/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920240"/>
            <a:ext cx="1737360" cy="1737360"/>
          </a:xfrm>
          <a:prstGeom prst="ellipse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38912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Mark Hutchinson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438912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Engineer</a:t>
            </a:r>
            <a:endParaRPr lang="en-US" sz="1300" dirty="0"/>
          </a:p>
        </p:txBody>
      </p:sp>
      <p:pic>
        <p:nvPicPr>
          <p:cNvPr id="10" name="Image 2" descr="/home/user/Fox-Website/frontend/lerat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920240"/>
            <a:ext cx="1737360" cy="1737360"/>
          </a:xfrm>
          <a:prstGeom prst="ellipse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8096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Lerato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768096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Support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Geist"/>
                <a:ea typeface="Geist"/>
                <a:cs typeface="Geist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Managed support tiers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Per-user pricing. Live figures come from Fox 360 — do not hard-code prices.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66160" cy="393192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Essentials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Core managed IT &amp; support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47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from £— / user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Book a conversation 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0248" y="1645920"/>
            <a:ext cx="3566160" cy="393192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90288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Business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security &amp; Microsoft 365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47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from £— / user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Book a conversation 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645920"/>
            <a:ext cx="3566160" cy="3931920"/>
          </a:xfrm>
          <a:prstGeom prst="roundRect">
            <a:avLst>
              <a:gd name="adj" fmla="val 3590"/>
            </a:avLst>
          </a:prstGeom>
          <a:solidFill>
            <a:srgbClr val="FFF4F0"/>
          </a:solidFill>
          <a:ln w="25400">
            <a:solidFill>
              <a:srgbClr val="FB471B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3A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03336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47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403336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Complete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03336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Fully managed, security-first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47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from £— / user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403336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3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Book a conversation →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Geist"/>
                <a:ea typeface="Geist"/>
                <a:cs typeface="Geist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Fox-Website/brand-system/assets/fox-arcs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4754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Fox ITC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3774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Let's start a conversation.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CAD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free, no-obligation 15-minute review — a real person, not a call centre.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94360" y="4389120"/>
            <a:ext cx="3017520" cy="685800"/>
          </a:xfrm>
          <a:prstGeom prst="roundRect">
            <a:avLst>
              <a:gd name="adj" fmla="val 50667"/>
            </a:avLst>
          </a:prstGeom>
          <a:solidFill>
            <a:srgbClr val="FB471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43891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Book a conversation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foxitc.co.uk/book   ·   0330 058 1877   ·   hello@foxitc.co.uk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Fox ITC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Fox ITC</dc:creator>
  <cp:lastModifiedBy>Fox ITC</cp:lastModifiedBy>
  <cp:revision>1</cp:revision>
  <dcterms:created xsi:type="dcterms:W3CDTF">2026-10-19T19:27:48Z</dcterms:created>
  <dcterms:modified xsi:type="dcterms:W3CDTF">2026-10-19T19:27:48Z</dcterms:modified>
</cp:coreProperties>
</file>